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870" autoAdjust="0"/>
  </p:normalViewPr>
  <p:slideViewPr>
    <p:cSldViewPr snapToGrid="0">
      <p:cViewPr varScale="1">
        <p:scale>
          <a:sx n="63" d="100"/>
          <a:sy n="63" d="100"/>
        </p:scale>
        <p:origin x="1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5E77-5C1F-28CC-A5A2-AE74E2A2C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99E02A-5450-F001-4530-68AF9A60C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18209-40C0-0F9F-EDC1-8D6BFAF14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1B251-9749-6143-471B-43A23FEF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CE117-1F3B-0D7B-AF83-632CBF01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5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CE27A-E2E3-8435-41F3-C4BAB47F7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1BDD4-1BD4-B68D-8CB1-1D867FA99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ABD4A-150E-00F0-DA2A-920E6759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F9FB6-E14F-4C11-8521-E9886606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A4B63-7FCB-B1EA-467F-D7C720C0D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52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FE47F-F61C-9E31-0CFF-A8E72712A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AE398-4ABA-E6D4-6A46-350087224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6D6F1-64D5-D6E0-060E-14D23A99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B2AEE-227C-32EA-28D7-9FCE38B57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90CBF-4F4A-8109-3881-4122DBF43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60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6B33-3D71-A85E-54A2-91CD37C62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21862-B127-C17D-7989-FA7C5A13F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8B678-04A7-9150-8C8E-DC4DA088D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B2777-ACA9-B150-21CC-D1D695361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928DC-D3A4-75A8-3991-0A4DFD564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C1070-B7C1-8873-6EF9-CC8A1D1E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44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54D46-C417-2D14-28C3-C68387383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CDA6B-1778-4B7A-40DA-FB94333FA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A69AD-B9D8-682A-FD0E-E00D4FA2E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8BD058-7385-98FC-16A4-518721526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CCE649-0F14-497F-4483-36A12A220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2A6131-E1E6-DB2D-128D-932F2D26F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9678F2-C25C-5FB5-77A5-12715AF20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F1568B-A66E-6F90-9FF2-9B2C6B836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157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89AE1-7EC4-8259-45BA-A5572EC24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05E5A-4EFA-0D1A-51EC-0DF36CEA8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8C5C5A-8C9F-66C1-6F1B-4C0C8F90A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5E0C7-AE15-A493-4538-EE998941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5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3566F-F19C-2921-43EF-A0A3A244A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6EF6C-4532-10B6-D4EE-85B91882A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278EA-2C44-9DDD-46F9-936E9B03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50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91114-1997-91EB-BA12-A3389A38A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6BCF9-08B5-D627-6333-3FBA30237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12287-7612-6380-C151-1EFEA9496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40D22-586E-A3A7-B89B-AB1641D8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EBB9C-1442-E636-D89C-E93EF6E6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D5052-F28C-D9CC-0102-0C0715EB4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59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52DDD-6A6E-CB8C-859A-764A2931A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29F8E1-BABB-2C22-AE0B-A99BEAE5A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816AB-D861-5F7A-6585-521C2B6D1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575E4-C11B-D74A-23CB-0C2751FB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2A3FA-4781-2076-963E-04BDFDDBA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68325-4984-88E7-A7C5-7EBB14DE5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9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34441-3F45-8AE8-7A5B-A25F9BE63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0BC6C-F865-A20D-7A13-C90DBF26E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A11D6-6D67-B1F3-A82D-DCB96716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C1A3D-C3FB-E04E-7509-204CE200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FC68E-2971-F407-C449-2585F060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28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6BE2C-DC4A-EA3A-92A3-AF09025DD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7C390-1036-49BA-0874-0087017F1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8EB2A-BA03-DCE0-F3D4-7F7D0B96D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B21E4-9066-8FE9-092B-3D3F0604A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758F3-792E-19B7-9EBB-2329FCE8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1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0A7CAA-9888-A4F8-A4E1-259F7FCF5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C475C-2C24-7D85-502B-F72DAE5C6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734AC-5EC9-F0CC-7F46-89747DDAF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49B8D-DB7F-4098-BCBA-6BC9786DBBA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0BBF5-944F-ACA6-0666-FCCB0F2835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33214-2A1C-20C4-2673-05617D26E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EC2C7-253F-42F1-9F4A-6EC1C5C8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0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13" Type="http://schemas.openxmlformats.org/officeDocument/2006/relationships/hyperlink" Target="https://www.flickr.com/photos/mellertime/2758965904/" TargetMode="External"/><Relationship Id="rId18" Type="http://schemas.openxmlformats.org/officeDocument/2006/relationships/image" Target="../media/image9.jpg"/><Relationship Id="rId3" Type="http://schemas.openxmlformats.org/officeDocument/2006/relationships/hyperlink" Target="https://www.pngall.com/mercury-png/download/166846" TargetMode="External"/><Relationship Id="rId7" Type="http://schemas.openxmlformats.org/officeDocument/2006/relationships/hyperlink" Target="https://www.flickr.com/photos/donkeyhotey/5679642883/" TargetMode="External"/><Relationship Id="rId12" Type="http://schemas.openxmlformats.org/officeDocument/2006/relationships/image" Target="../media/image6.jpg"/><Relationship Id="rId17" Type="http://schemas.openxmlformats.org/officeDocument/2006/relationships/hyperlink" Target="https://xmf.wikipedia.org/wiki/%E1%83%9C%E1%83%94%E1%83%9E%E1%83%A2%E1%83%A3%E1%83%9C%E1%83%98_(%E1%83%9E%E1%83%9A%E1%83%90%E1%83%9C%E1%83%94%E1%83%A2%E1%83%90)" TargetMode="External"/><Relationship Id="rId2" Type="http://schemas.openxmlformats.org/officeDocument/2006/relationships/image" Target="../media/image1.png"/><Relationship Id="rId16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11" Type="http://schemas.openxmlformats.org/officeDocument/2006/relationships/hyperlink" Target="https://sco.wikipedia.org/wiki/Jupiter" TargetMode="External"/><Relationship Id="rId5" Type="http://schemas.openxmlformats.org/officeDocument/2006/relationships/hyperlink" Target="https://pixabay.com/en/venus-planet-astronomy-solar-system-26620/" TargetMode="External"/><Relationship Id="rId15" Type="http://schemas.openxmlformats.org/officeDocument/2006/relationships/hyperlink" Target="https://www.flickr.com/photos/geckzilla/39162858512/in/faves-kaeleyjane/" TargetMode="External"/><Relationship Id="rId10" Type="http://schemas.openxmlformats.org/officeDocument/2006/relationships/image" Target="../media/image5.jpg"/><Relationship Id="rId19" Type="http://schemas.openxmlformats.org/officeDocument/2006/relationships/hyperlink" Target="https://www.alamy.com/stock-photo-sun-solar-system-isolated-elements-of-this-image-furnished-by-nasa-173206688.html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://www.public-domain-image.com/free-images/space/mars-planet-of-the-solar-system/attachment/mars-planet-of-the-solar-system" TargetMode="External"/><Relationship Id="rId1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B7FEAF57-986A-D2F6-47D5-B4203B6EF720}"/>
              </a:ext>
            </a:extLst>
          </p:cNvPr>
          <p:cNvSpPr/>
          <p:nvPr/>
        </p:nvSpPr>
        <p:spPr>
          <a:xfrm>
            <a:off x="3492347" y="1713123"/>
            <a:ext cx="5244030" cy="308668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93977A-E12A-A3B1-5B59-72C155075B0A}"/>
              </a:ext>
            </a:extLst>
          </p:cNvPr>
          <p:cNvSpPr/>
          <p:nvPr/>
        </p:nvSpPr>
        <p:spPr>
          <a:xfrm>
            <a:off x="1994052" y="1111224"/>
            <a:ext cx="8174517" cy="449783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119A9AE-1634-AA17-0ED0-BF7184F62E5F}"/>
              </a:ext>
            </a:extLst>
          </p:cNvPr>
          <p:cNvSpPr/>
          <p:nvPr/>
        </p:nvSpPr>
        <p:spPr>
          <a:xfrm flipH="1">
            <a:off x="4175826" y="2093205"/>
            <a:ext cx="3840348" cy="22584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2FF6264-BE76-10DF-33C1-91498DA47708}"/>
              </a:ext>
            </a:extLst>
          </p:cNvPr>
          <p:cNvSpPr/>
          <p:nvPr/>
        </p:nvSpPr>
        <p:spPr>
          <a:xfrm>
            <a:off x="653820" y="440673"/>
            <a:ext cx="10807547" cy="583893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8A9509-63EA-E7C8-3A57-CB9317B3E35E}"/>
              </a:ext>
            </a:extLst>
          </p:cNvPr>
          <p:cNvSpPr/>
          <p:nvPr/>
        </p:nvSpPr>
        <p:spPr>
          <a:xfrm>
            <a:off x="2787266" y="1385168"/>
            <a:ext cx="6641335" cy="375970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359585-28B3-7B9B-9D75-247BE96EFD3B}"/>
              </a:ext>
            </a:extLst>
          </p:cNvPr>
          <p:cNvSpPr/>
          <p:nvPr/>
        </p:nvSpPr>
        <p:spPr>
          <a:xfrm>
            <a:off x="4853086" y="2491636"/>
            <a:ext cx="2409017" cy="14163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C61CBD6-B299-980F-880A-8ECF3CA8603A}"/>
              </a:ext>
            </a:extLst>
          </p:cNvPr>
          <p:cNvSpPr/>
          <p:nvPr/>
        </p:nvSpPr>
        <p:spPr>
          <a:xfrm>
            <a:off x="1227230" y="653884"/>
            <a:ext cx="9606708" cy="520516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8B7852F-CDC9-8888-97CC-26B52CA8FC7E}"/>
              </a:ext>
            </a:extLst>
          </p:cNvPr>
          <p:cNvSpPr/>
          <p:nvPr/>
        </p:nvSpPr>
        <p:spPr>
          <a:xfrm>
            <a:off x="51720" y="99152"/>
            <a:ext cx="12011750" cy="661012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67218DB-7647-8D4B-ACFE-9AB286DFC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00306" y="2917961"/>
            <a:ext cx="608945" cy="608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D13A589-C47E-0214-9CC6-9795DB5B34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684702" y="3936043"/>
            <a:ext cx="793215" cy="795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EB4DB93-4C53-478F-0BFF-72455607B8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170358" y="2906624"/>
            <a:ext cx="1090186" cy="109018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25D7C68-A55D-DAB1-237E-4994D062B7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rcRect l="14175" r="12015" b="2937"/>
          <a:stretch>
            <a:fillRect/>
          </a:stretch>
        </p:blipFill>
        <p:spPr>
          <a:xfrm>
            <a:off x="2347289" y="2732881"/>
            <a:ext cx="971558" cy="97910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F961045-29C6-28C2-D846-D8DC87A8ED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rcRect r="118"/>
          <a:stretch>
            <a:fillRect/>
          </a:stretch>
        </p:blipFill>
        <p:spPr>
          <a:xfrm>
            <a:off x="5430198" y="434552"/>
            <a:ext cx="1382500" cy="138414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F4FB69E-3B10-F147-7FD7-374522C85328}"/>
              </a:ext>
            </a:extLst>
          </p:cNvPr>
          <p:cNvSpPr txBox="1"/>
          <p:nvPr/>
        </p:nvSpPr>
        <p:spPr>
          <a:xfrm>
            <a:off x="4826000" y="4699000"/>
            <a:ext cx="2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2953AFF-A7FC-A10E-3477-3B8F7D41E11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rcRect t="12197" b="12197"/>
          <a:stretch>
            <a:fillRect/>
          </a:stretch>
        </p:blipFill>
        <p:spPr>
          <a:xfrm>
            <a:off x="10040148" y="2382997"/>
            <a:ext cx="1587580" cy="176404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AF64F10-D163-E6F7-890B-485A8A57C82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rcRect l="12630" t="14160" r="17112" b="15154"/>
          <a:stretch>
            <a:fillRect/>
          </a:stretch>
        </p:blipFill>
        <p:spPr>
          <a:xfrm>
            <a:off x="8235355" y="183880"/>
            <a:ext cx="1226653" cy="124911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87712DF-E8ED-EBF5-67EE-7D1B860C026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rcRect l="5151" t="8283" r="9729" b="10101"/>
          <a:stretch>
            <a:fillRect/>
          </a:stretch>
        </p:blipFill>
        <p:spPr>
          <a:xfrm>
            <a:off x="2551773" y="5472832"/>
            <a:ext cx="1492775" cy="143133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93289-26A1-44C0-DD0B-3618B15AE19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9"/>
              </a:ext>
            </a:extLst>
          </a:blip>
          <a:srcRect l="12408" t="10286" r="14900" b="16349"/>
          <a:stretch>
            <a:fillRect/>
          </a:stretch>
        </p:blipFill>
        <p:spPr>
          <a:xfrm>
            <a:off x="4956597" y="1537118"/>
            <a:ext cx="2249423" cy="225845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48257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2.59259E-6 C 4.58333E-6 0.05671 -0.04193 0.10324 -0.09375 0.10324 C -0.14545 0.10324 -0.1875 0.05671 -0.1875 2.59259E-6 C -0.1875 -0.05718 -0.14545 -0.10324 -0.09375 -0.10324 C -0.04193 -0.10324 4.58333E-6 -0.05718 4.58333E-6 2.59259E-6 Z " pathEditMode="relative" rAng="5400000" ptsTypes="AAAAA">
                                      <p:cBhvr>
                                        <p:cTn id="6" dur="100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75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407 0.03311 C 0.61211 0.25209 0.73086 -0.30601 0.72149 -0.41643 C 0.72149 -0.66759 0.4888 -0.88796 0.21407 -0.88796 C -0.14297 -0.84629 -0.22278 -0.65601 -0.25612 -0.50254 C -0.28945 -0.34907 -0.19231 -0.02662 0.01407 0.03311 Z " pathEditMode="relative" rAng="5400000" ptsTypes="AAAAA">
                                      <p:cBhvr>
                                        <p:cTn id="8" dur="8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563" y="-4354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3.33333E-6 C 0.08815 0.05162 0.11224 0.10555 0.14661 0.1537 C 0.18112 0.20185 0.21836 0.26643 0.21836 0.36643 C 0.21797 0.50046 0.13294 0.63379 0.05846 0.70555 C -0.01536 0.77592 -0.13125 0.79375 -0.22565 0.79352 C -0.32044 0.79305 -0.44258 0.74375 -0.51055 0.70393 C -0.57826 0.6625 -0.60703 0.60324 -0.63281 0.54722 C -0.65911 0.4912 -0.67617 0.43588 -0.66823 0.36643 C -0.66328 0.23703 -0.63021 0.19259 -0.58607 0.12824 C -0.5418 0.06342 -0.46276 -0.00255 -0.40313 -0.02199 C -0.29167 -0.08241 -0.08789 -0.05186 4.16667E-7 3.33333E-6 Z " pathEditMode="relative" rAng="0" ptsTypes="AAAAAAAAAAA">
                                      <p:cBhvr>
                                        <p:cTn id="10" dur="5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591" y="3689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7037E-7 C 3.54167E-6 0.20949 -0.17565 0.37986 -0.39323 0.37986 C -0.61042 0.37986 -0.78802 0.20949 -0.78802 3.7037E-7 C -0.78802 -0.20949 -0.61042 -0.37894 -0.39323 -0.37894 C -0.17565 -0.37894 3.54167E-6 -0.20949 3.54167E-6 3.7037E-7 Z " pathEditMode="relative" rAng="5400000" ptsTypes="AAAAA">
                                      <p:cBhvr>
                                        <p:cTn id="12" dur="70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401" y="4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85185E-6 C 0.00039 -0.15092 0.12201 -0.27291 0.27279 -0.27291 C 0.4224 -0.27291 0.54414 -0.15116 0.54466 0.00023 C 0.54466 0.15139 0.42253 0.27477 0.27266 0.27523 C 0.12253 0.27523 -2.5E-6 0.15162 -2.5E-6 -1.85185E-6 Z " pathEditMode="relative" rAng="5400000" ptsTypes="AAAAA">
                                      <p:cBhvr>
                                        <p:cTn id="14" dur="60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40" y="11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81481E-6 C -0.08711 -4.81481E-6 -0.15742 -0.0743 -0.15742 -0.16689 C -0.15742 -0.25949 -0.08711 -0.33425 2.08333E-7 -0.33425 C 0.08711 -0.33425 0.15768 -0.25949 0.15768 -0.16689 C 0.15768 -0.0743 0.08711 -4.81481E-6 2.08333E-7 -4.81481E-6 Z " pathEditMode="relative" rAng="0" ptsTypes="AAAAA">
                                      <p:cBhvr>
                                        <p:cTn id="16" dur="5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1671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03171 C 0.00052 0.09375 -0.09427 0.1956 -0.21041 0.19676 C -0.32721 0.19491 -0.42226 0.0919 -0.42226 -0.03171 C -0.422 -0.15602 -0.32708 -0.25602 -0.21054 -0.25602 C -0.09401 -0.25602 0.00052 -0.15648 -3.75E-6 -0.03171 Z " pathEditMode="relative" rAng="5400000" ptsTypes="AAAAA">
                                      <p:cBhvr>
                                        <p:cTn id="18" dur="40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07" y="20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path" presetSubtype="0" accel="50080" decel="4992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85185E-6 C 0.18425 -1.85185E-6 0.33412 0.14607 0.33412 0.32639 C 0.33412 0.50671 0.18425 0.65347 -3.33333E-6 0.65347 C -0.18437 0.65347 -0.33385 0.50671 -0.33385 0.32639 C -0.33385 0.14607 -0.18437 -1.85185E-6 -3.33333E-6 -1.85185E-6 Z " pathEditMode="relative" rAng="0" ptsTypes="AAAAA">
                                      <p:cBhvr>
                                        <p:cTn id="20" dur="625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32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Abdul rehman</cp:lastModifiedBy>
  <cp:revision>7</cp:revision>
  <dcterms:created xsi:type="dcterms:W3CDTF">2025-10-09T14:55:14Z</dcterms:created>
  <dcterms:modified xsi:type="dcterms:W3CDTF">2025-11-18T06:34:25Z</dcterms:modified>
</cp:coreProperties>
</file>