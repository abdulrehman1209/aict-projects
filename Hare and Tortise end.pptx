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98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B7340-8140-5AFA-AEC0-DFB561BD9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3521C9C-9C26-048B-01F0-635E5957DA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B63EF-1ACA-3404-CD16-95900BCD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78256-0BD3-AC49-3EC4-5285E5B38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35C07-477D-4BDE-8BB8-FBA80F36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486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05DE5-3565-D1D2-F776-46A9374A7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27C30A-79D0-50DB-7613-04806EF66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1401F9-4D33-6B2C-39BD-E211CAE20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9F9F6-C52A-11FB-8A5C-C6AFF7383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87944-41E8-ABC7-F088-04B259FF2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978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3B8B-8785-6EA5-5F1F-E84C576DC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5BDE5E-E7E5-4240-684B-3AD6440EC2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0F485-C3E4-9AC4-EDE9-CDA5C1A35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DC444C-29AB-725C-DEAA-745F06DEC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F535DE-428D-935D-3EF0-115B52D8B9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222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30240-4CEA-E55B-EAC0-88DB02319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5921E-FD1C-EBC6-338A-5BB05C55DC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FBE572-D3FD-7D57-E83B-E20D7C3C8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CCB77A-C801-4C61-12B0-6D44EF171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CAC2F-CB9B-A808-6FBE-690EA3DA2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83CEC-097B-702B-C0D3-A6588AE34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652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C56D0-B1BC-2AFA-462E-CC7414957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59E5D-5EAC-80A2-B5F5-E85B45F79D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D96B27-B5BE-8E22-3418-F13783683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197606-A438-AA83-B3F7-30C447A019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584F25-019E-4733-ACD5-130BB60830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017ECB-4498-B28E-7531-4CE965F2F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7BDC68-E115-711F-B697-4D3DF5F3B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30D76E-89B2-01F2-0D76-F065C05FC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80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BD9D1-808E-B6FB-0A00-34EBC1A42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88DF9-A7F9-4D50-92D6-827CFA948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0F5FCF-E4AB-E4C9-DCA2-CEE0EA786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7FD713-FB16-0A78-6B36-0A3D80FFC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996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602027-3005-9E2E-8A65-944B238C8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0840F2-8C1F-16F5-0A56-54D812CC1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B38756-C05B-8E73-DF5D-EAC2ED381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6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EDA05-6CA6-9215-C2B4-FA05B5C73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FE59E-6B12-FF8A-830B-8ADF900BCA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EB5D7-B43B-B8A1-B16B-59C398EB52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4BC998-FC3B-C223-0DB9-EA8C71A88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D7E59-1C55-ABBF-6B84-ED47ADFEA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4EF8D6-7492-3C35-EA81-51F91C09C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7744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54D0A-7A6E-8355-D0E4-9A06653F8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3A265F-4547-A54C-F232-4A9218309AB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034A10-2BB8-E235-75B8-77AF15A2A4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B688C3-C03B-582D-F43C-82C1BC5AB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39E70D-A463-AA13-69EC-9AF951549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02E64F-7B30-BDFC-8331-67ABFDFE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939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41266-6C14-CFA2-A132-7F926FD1D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F4D27D-18E4-3EB4-2FEF-6669B58243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0FD27D-A607-60C9-4B9D-7A1282447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BBEF0-0A56-1423-8B6E-06804D288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46B59-4A4B-E3C2-338A-3C9E6099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4205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1067B6-5ABD-469A-2493-8880F2109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3BE25-6E6E-2C51-741E-AA5097D08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131ED1-A4AE-99C5-C8B2-7E0AB45A2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9ABBB-653F-8F62-AFEA-C73B5AD97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C8F092-7AC2-6C03-CE3A-8E7B0323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62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6FE8D0-D28E-C40F-993E-6F32B8FF5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152D6-D971-F28E-7E0A-07585DD887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68D8D-A870-5D3A-68E8-99E662B68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776DE9-EE95-41C2-B1D0-2AEC1F5EAEC9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BD518-7504-45F8-D70A-9078913DA8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2E6CD3-A694-4A27-8717-6A3BED2D5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02802-E454-4E35-BFD3-27C4F31E89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81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F82C7C-D450-5C6C-D26B-281DACD6AF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756012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26A0C58-ADDE-3542-E5D0-94EEC96A2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5858" y="2906486"/>
            <a:ext cx="4278086" cy="42780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BBB0965-DE16-22F9-0AE6-E11844CC31B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56" y="2904966"/>
            <a:ext cx="3241222" cy="346537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46F03C-5768-6287-96A4-1764F9FFF3A7}"/>
              </a:ext>
            </a:extLst>
          </p:cNvPr>
          <p:cNvSpPr txBox="1"/>
          <p:nvPr/>
        </p:nvSpPr>
        <p:spPr>
          <a:xfrm>
            <a:off x="3484180" y="1557522"/>
            <a:ext cx="517108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Hare And  Tortoise</a:t>
            </a:r>
          </a:p>
        </p:txBody>
      </p:sp>
    </p:spTree>
    <p:extLst>
      <p:ext uri="{BB962C8B-B14F-4D97-AF65-F5344CB8AC3E}">
        <p14:creationId xmlns:p14="http://schemas.microsoft.com/office/powerpoint/2010/main" val="1062574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2.59259E-6 L -1.15508 0.00046 " pathEditMode="relative" rAng="0" ptsTypes="AA">
                                      <p:cBhvr>
                                        <p:cTn id="6" dur="1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747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BB6AFB-948C-9C07-5A16-E4F84C9712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089F30-0F0F-AEDA-82B1-C9BB1B521E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4894118"/>
            <a:ext cx="2178627" cy="217862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D7E9693-CF1C-B8A1-0987-65730427B3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429000"/>
            <a:ext cx="1996003" cy="19887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D3AB55-6F3D-03EB-31C0-EADFFBD387D7}"/>
              </a:ext>
            </a:extLst>
          </p:cNvPr>
          <p:cNvSpPr txBox="1"/>
          <p:nvPr/>
        </p:nvSpPr>
        <p:spPr>
          <a:xfrm>
            <a:off x="536027" y="332655"/>
            <a:ext cx="113984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Once upon a time  hare and tortoise lived in a </a:t>
            </a:r>
            <a:r>
              <a:rPr lang="en-US" sz="2400" b="1" dirty="0" err="1"/>
              <a:t>jungle.The</a:t>
            </a:r>
            <a:r>
              <a:rPr lang="en-US" sz="2400" b="1" dirty="0"/>
              <a:t> hare always boasted about how fast he could run , so the tortoise challenge him to a race.</a:t>
            </a:r>
          </a:p>
        </p:txBody>
      </p:sp>
    </p:spTree>
    <p:extLst>
      <p:ext uri="{BB962C8B-B14F-4D97-AF65-F5344CB8AC3E}">
        <p14:creationId xmlns:p14="http://schemas.microsoft.com/office/powerpoint/2010/main" val="2602454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3.7037E-6 L -1.17278 0.00324 " pathEditMode="relative" rAng="0" ptsTypes="AA">
                                      <p:cBhvr>
                                        <p:cTn id="6" dur="1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46" y="162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2.59259E-6 L -1.15508 0.00046 " pathEditMode="relative" rAng="0" ptsTypes="AA">
                                      <p:cBhvr>
                                        <p:cTn id="8" dur="1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760" y="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28A2B8F-9D70-FC45-AD7C-6D515906D0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1CEBAE-A196-B9DC-84A8-F0FE4552E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4235" y="5185064"/>
            <a:ext cx="2150918" cy="21509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E329940-A100-EFDD-9B42-72FA6B534F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33232" y="3429000"/>
            <a:ext cx="2158768" cy="2150918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E31C84E-E38C-AADB-ADC7-E9C72AD0AC43}"/>
              </a:ext>
            </a:extLst>
          </p:cNvPr>
          <p:cNvSpPr txBox="1"/>
          <p:nvPr/>
        </p:nvSpPr>
        <p:spPr>
          <a:xfrm>
            <a:off x="551792" y="299545"/>
            <a:ext cx="113196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Confident of winning , the hare ran a head and decided to rest under a </a:t>
            </a:r>
            <a:r>
              <a:rPr lang="en-US" sz="2400" b="1" dirty="0" err="1"/>
              <a:t>tree.Meanwhile</a:t>
            </a:r>
            <a:r>
              <a:rPr lang="en-US" sz="2400" b="1" dirty="0"/>
              <a:t> slow but steady tortoise kept moving and crossed the finish line.</a:t>
            </a:r>
          </a:p>
        </p:txBody>
      </p:sp>
    </p:spTree>
    <p:extLst>
      <p:ext uri="{BB962C8B-B14F-4D97-AF65-F5344CB8AC3E}">
        <p14:creationId xmlns:p14="http://schemas.microsoft.com/office/powerpoint/2010/main" val="1457500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75E-6 -1.48148E-6 L -1.17735 0.00857 " pathEditMode="relative" rAng="0" ptsTypes="AA">
                                      <p:cBhvr>
                                        <p:cTn id="6" dur="1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867" y="417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96296E-6 L -1.17201 -0.0324 " pathEditMode="relative" rAng="0" ptsTypes="AA">
                                      <p:cBhvr>
                                        <p:cTn id="8" dur="14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07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F4915E2-E919-C15C-0153-8686F8DB3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7F81D8-3C3A-1564-0BCF-1889A153E1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78736" y="5205846"/>
            <a:ext cx="2213264" cy="22132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E1C8724-4923-195E-8048-05EA09A658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3886200"/>
            <a:ext cx="1783331" cy="177684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A0D893-1097-BEE7-18EC-818986F82D7D}"/>
              </a:ext>
            </a:extLst>
          </p:cNvPr>
          <p:cNvSpPr txBox="1"/>
          <p:nvPr/>
        </p:nvSpPr>
        <p:spPr>
          <a:xfrm>
            <a:off x="1972917" y="988431"/>
            <a:ext cx="87791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The hare woke up to late and learned that slow and steady wins the race.</a:t>
            </a:r>
          </a:p>
        </p:txBody>
      </p:sp>
    </p:spTree>
    <p:extLst>
      <p:ext uri="{BB962C8B-B14F-4D97-AF65-F5344CB8AC3E}">
        <p14:creationId xmlns:p14="http://schemas.microsoft.com/office/powerpoint/2010/main" val="905510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3.7037E-7 L -1 0.00093 " pathEditMode="relative" rAng="0" ptsTypes="AA">
                                      <p:cBhvr>
                                        <p:cTn id="6" dur="1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000" y="46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125E-6 -4.81481E-6 L -1.17201 -0.0324 " pathEditMode="relative" rAng="0" ptsTypes="AA">
                                      <p:cBhvr>
                                        <p:cTn id="8" dur="14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8607" y="-162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A3476-AD38-2C72-159F-862A4B04DE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78A336-DDF2-2B40-DF61-4477F1B063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376" y="4063562"/>
            <a:ext cx="3429000" cy="3429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DD7C76A-C92F-BD21-4956-0774CF8F00BC}"/>
              </a:ext>
            </a:extLst>
          </p:cNvPr>
          <p:cNvSpPr txBox="1"/>
          <p:nvPr/>
        </p:nvSpPr>
        <p:spPr>
          <a:xfrm>
            <a:off x="4744107" y="2081047"/>
            <a:ext cx="64336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4237433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83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rehman</dc:creator>
  <cp:lastModifiedBy>Abdul rehman</cp:lastModifiedBy>
  <cp:revision>3</cp:revision>
  <dcterms:created xsi:type="dcterms:W3CDTF">2025-11-18T03:44:47Z</dcterms:created>
  <dcterms:modified xsi:type="dcterms:W3CDTF">2025-11-18T06:41:42Z</dcterms:modified>
</cp:coreProperties>
</file>